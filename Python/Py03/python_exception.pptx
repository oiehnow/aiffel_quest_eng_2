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58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164592" cy="164592"/>
          </a:xfrm>
          <a:prstGeom prst="ellipse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28600"/>
            <a:ext cx="164592" cy="164592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"/>
            <a:ext cx="164592" cy="164592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python_exception.py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DD6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파이썬 예외처리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2011680" y="2286000"/>
            <a:ext cx="5120640" cy="594360"/>
          </a:xfrm>
          <a:prstGeom prst="rect">
            <a:avLst/>
          </a:prstGeom>
          <a:solidFill>
            <a:srgbClr val="11131C"/>
          </a:solidFill>
          <a:ln w="12700">
            <a:solidFill>
              <a:srgbClr val="89B4F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22860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 ·  except  ·  else  ·  finally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399B2"/>
                </a:solidFill>
              </a:rPr>
              <a:t>오류 발생에 대비하는 안전장치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8348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086"/>
                </a:solidFill>
              </a:rPr>
              <a:t>AIFFEL Python Course</a:t>
            </a:r>
            <a:endParaRPr lang="en-US" sz="10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DD8A0ED-1E67-9928-70F9-88F687C916CF}"/>
              </a:ext>
            </a:extLst>
          </p:cNvPr>
          <p:cNvSpPr/>
          <p:nvPr/>
        </p:nvSpPr>
        <p:spPr>
          <a:xfrm>
            <a:off x="914400" y="3986739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399B2"/>
                </a:solidFill>
              </a:rPr>
              <a:t>Team M1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DD6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4가지 안전장치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1645920"/>
          </a:xfrm>
          <a:prstGeom prst="rect">
            <a:avLst/>
          </a:prstGeom>
          <a:solidFill>
            <a:srgbClr val="1A1D27"/>
          </a:solidFill>
          <a:ln w="25400">
            <a:solidFill>
              <a:srgbClr val="89B4FA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45920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61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6616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9B4FA"/>
                </a:solidFill>
              </a:rPr>
              <a:t>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161848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진행시켜!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예측 안 돼도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일단 가보는 구간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1645920"/>
          </a:xfrm>
          <a:prstGeom prst="rect">
            <a:avLst/>
          </a:prstGeom>
          <a:solidFill>
            <a:srgbClr val="1A1D27"/>
          </a:solidFill>
          <a:ln w="25400">
            <a:solidFill>
              <a:srgbClr val="F38BA8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45920"/>
          </a:xfrm>
          <a:prstGeom prst="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61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55280" y="1143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38BA8"/>
                </a:solidFill>
              </a:rPr>
              <a:t>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56048" y="161848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망했을 때 발동!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 등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잡아내는 안전망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3931920" cy="1645920"/>
          </a:xfrm>
          <a:prstGeom prst="rect">
            <a:avLst/>
          </a:prstGeom>
          <a:solidFill>
            <a:srgbClr val="1A1D27"/>
          </a:solidFill>
          <a:ln w="25400">
            <a:solidFill>
              <a:srgbClr val="A6E3A1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109728" cy="164592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6616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6E3A1"/>
                </a:solidFill>
              </a:rPr>
              <a:t>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" y="349300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성공했을 때만 실행!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없이 try가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완주했을 때만 작동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45920"/>
          </a:xfrm>
          <a:prstGeom prst="rect">
            <a:avLst/>
          </a:prstGeom>
          <a:solidFill>
            <a:srgbClr val="1A1D27"/>
          </a:solidFill>
          <a:ln w="25400">
            <a:solidFill>
              <a:srgbClr val="F9E2AF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109728" cy="1645920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0358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9E2AF"/>
                </a:solidFill>
              </a:rPr>
              <a:t>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56048" y="349300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무조건 마무리!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죽이 되든 밥이 되든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실행되는 코드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38BA8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 1번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 결과는?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solidFill>
            <a:srgbClr val="11131C"/>
          </a:solidFill>
          <a:ln w="12700">
            <a:solidFill>
              <a:srgbClr val="6C7086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noFill/>
          <a:ln/>
        </p:spPr>
        <p:txBody>
          <a:bodyPr wrap="square" lIns="2540" tIns="3810" rIns="3810" bIns="25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1 /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</a:t>
            </a: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1A1D27"/>
          </a:solidFill>
          <a:ln w="19050">
            <a:solidFill>
              <a:srgbClr val="A6E3A1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결과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37360"/>
            <a:ext cx="411480" cy="411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32120" y="1755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try: print('A') 실행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304288"/>
            <a:ext cx="411480" cy="411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23225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오류 발생! except 실행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871216"/>
            <a:ext cx="411480" cy="411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871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28895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finally는 무조건!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273552"/>
            <a:ext cx="3383280" cy="502920"/>
          </a:xfrm>
          <a:prstGeom prst="rect">
            <a:avLst/>
          </a:prstGeom>
          <a:solidFill>
            <a:srgbClr val="2A1C20"/>
          </a:solidFill>
          <a:ln w="12700">
            <a:solidFill>
              <a:srgbClr val="F38B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46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B는? → 오류로 주저앉아서 도달 못 함!</a:t>
            </a:r>
            <a:endParaRPr lang="en-US" sz="115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DFF1DC-CB34-0598-6ED1-8427CA3F9367}"/>
              </a:ext>
            </a:extLst>
          </p:cNvPr>
          <p:cNvSpPr/>
          <p:nvPr/>
        </p:nvSpPr>
        <p:spPr>
          <a:xfrm>
            <a:off x="4776716" y="1155418"/>
            <a:ext cx="3998794" cy="2847925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 2번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 결과는?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solidFill>
            <a:srgbClr val="11131C"/>
          </a:solidFill>
          <a:ln w="12700">
            <a:solidFill>
              <a:srgbClr val="6C7086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noFill/>
          <a:ln/>
        </p:spPr>
        <p:txBody>
          <a:bodyPr wrap="square" lIns="2540" tIns="3810" rIns="3810" bIns="25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'D'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743200"/>
          </a:xfrm>
          <a:prstGeom prst="rect">
            <a:avLst/>
          </a:prstGeom>
          <a:solidFill>
            <a:srgbClr val="1A1D27"/>
          </a:solidFill>
          <a:ln w="19050">
            <a:solidFill>
              <a:srgbClr val="A6E3A1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결과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737360"/>
            <a:ext cx="411480" cy="411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32120" y="1755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try 성공! 출력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304288"/>
            <a:ext cx="411480" cy="411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23225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오류 없었으니 else 실행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871216"/>
            <a:ext cx="411480" cy="411480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8712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28895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9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finally는 무조건!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246120"/>
            <a:ext cx="3383280" cy="502920"/>
          </a:xfrm>
          <a:prstGeom prst="rect">
            <a:avLst/>
          </a:prstGeom>
          <a:solidFill>
            <a:srgbClr val="1A2A1C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46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B는? → 오류가 없어서 except 스킵!</a:t>
            </a:r>
            <a:endParaRPr lang="en-US" sz="115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146812-5B89-FE17-7082-961CF2A938BB}"/>
              </a:ext>
            </a:extLst>
          </p:cNvPr>
          <p:cNvSpPr/>
          <p:nvPr/>
        </p:nvSpPr>
        <p:spPr>
          <a:xfrm>
            <a:off x="4776716" y="1155418"/>
            <a:ext cx="3998794" cy="2847925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문제 3번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DD6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실행 결과는?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solidFill>
            <a:srgbClr val="11131C"/>
          </a:solidFill>
          <a:ln w="12700">
            <a:solidFill>
              <a:srgbClr val="6C7086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0" cy="2286000"/>
          </a:xfrm>
          <a:prstGeom prst="rect">
            <a:avLst/>
          </a:prstGeom>
          <a:noFill/>
          <a:ln/>
        </p:spPr>
        <p:txBody>
          <a:bodyPr wrap="square" lIns="2540" tIns="3810" rIns="3810" bIns="254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4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'츄라이 츄라이 잡숴봐'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'마지막은 무조건 나지'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400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func()</a:t>
            </a:r>
            <a:r>
              <a:rPr lang="en-US" sz="14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0" y="1188720"/>
            <a:ext cx="3383280" cy="2286000"/>
          </a:xfrm>
          <a:prstGeom prst="rect">
            <a:avLst/>
          </a:prstGeom>
          <a:solidFill>
            <a:srgbClr val="1A1D27"/>
          </a:solidFill>
          <a:ln w="25400">
            <a:solidFill>
              <a:srgbClr val="F9E2AF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1298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마지막은 무조건 나지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303520" y="2331720"/>
            <a:ext cx="3383280" cy="960120"/>
          </a:xfrm>
          <a:prstGeom prst="rect">
            <a:avLst/>
          </a:prstGeom>
          <a:solidFill>
            <a:srgbClr val="1A1800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33172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r>
              <a:rPr lang="ko-KR" altLang="en-US" sz="1200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언제나 마지막을 장식한다</a:t>
            </a:r>
            <a:r>
              <a:rPr lang="en-US" altLang="ko-KR" sz="1200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43000"/>
          </a:xfrm>
          <a:prstGeom prst="rect">
            <a:avLst/>
          </a:prstGeom>
          <a:solidFill>
            <a:srgbClr val="1A1D27"/>
          </a:solidFill>
          <a:ln w="12700">
            <a:solidFill>
              <a:srgbClr val="6C70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발견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7490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749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 발견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7490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 return으로 최종 반환!</a:t>
            </a:r>
            <a:endParaRPr lang="en-US" sz="13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75EF7A1-715C-52DC-2E82-E6C32664F7BD}"/>
              </a:ext>
            </a:extLst>
          </p:cNvPr>
          <p:cNvSpPr/>
          <p:nvPr/>
        </p:nvSpPr>
        <p:spPr>
          <a:xfrm>
            <a:off x="5170227" y="1150370"/>
            <a:ext cx="3539319" cy="2365022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C33DDE-C1CB-F6E1-D1AE-EABD31F76F7E}"/>
              </a:ext>
            </a:extLst>
          </p:cNvPr>
          <p:cNvSpPr/>
          <p:nvPr/>
        </p:nvSpPr>
        <p:spPr>
          <a:xfrm>
            <a:off x="378043" y="3593592"/>
            <a:ext cx="8397466" cy="1266013"/>
          </a:xfrm>
          <a:prstGeom prst="rect">
            <a:avLst/>
          </a:prstGeom>
          <a:solidFill>
            <a:srgbClr val="0F1117"/>
          </a:solidFill>
          <a:ln>
            <a:solidFill>
              <a:srgbClr val="0F11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Office PowerPoint</Application>
  <PresentationFormat>화면 슬라이드 쇼(16:9)</PresentationFormat>
  <Paragraphs>85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파이썬 예외처리: try, except, else, finally</dc:title>
  <dc:subject>PptxGenJS Presentation</dc:subject>
  <dc:creator>PptxGenJS</dc:creator>
  <cp:lastModifiedBy>th l</cp:lastModifiedBy>
  <cp:revision>2</cp:revision>
  <dcterms:created xsi:type="dcterms:W3CDTF">2026-03-26T01:08:53Z</dcterms:created>
  <dcterms:modified xsi:type="dcterms:W3CDTF">2026-03-26T01:18:54Z</dcterms:modified>
</cp:coreProperties>
</file>